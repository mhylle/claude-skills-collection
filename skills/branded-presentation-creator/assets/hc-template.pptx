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64" r:id="rId5"/>
    <p:sldId id="265" r:id="rId6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3723781-B9C7-4EAD-AC3C-84A885C68291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837"/>
    <a:srgbClr val="DCE2E6"/>
    <a:srgbClr val="009BE6"/>
    <a:srgbClr val="E6E6E6"/>
    <a:srgbClr val="F0F3F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88523" autoAdjust="0"/>
  </p:normalViewPr>
  <p:slideViewPr>
    <p:cSldViewPr snapToGrid="0" showGuides="1">
      <p:cViewPr varScale="1">
        <p:scale>
          <a:sx n="119" d="100"/>
          <a:sy n="119" d="100"/>
        </p:scale>
        <p:origin x="156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55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8">
            <a:extLst>
              <a:ext uri="{FF2B5EF4-FFF2-40B4-BE49-F238E27FC236}">
                <a16:creationId xmlns:a16="http://schemas.microsoft.com/office/drawing/2014/main" id="{AE845206-9D4B-4268-8A29-9556DF4E229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760535" y="8752305"/>
            <a:ext cx="159259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681EF29B-F0DE-4A5D-971E-F0D2D074F34E}" type="datetime4">
              <a:rPr lang="en-GB" smtClean="0"/>
              <a:t>20 October 2025</a:t>
            </a:fld>
            <a:endParaRPr lang="en-GB" sz="800" dirty="0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DF349B49-B9DF-4BAC-A781-810C4D36F4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760535" y="8570490"/>
            <a:ext cx="159259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 sz="800" dirty="0"/>
          </a:p>
        </p:txBody>
      </p:sp>
      <p:sp>
        <p:nvSpPr>
          <p:cNvPr id="12" name="Footer Placeholder 10">
            <a:extLst>
              <a:ext uri="{FF2B5EF4-FFF2-40B4-BE49-F238E27FC236}">
                <a16:creationId xmlns:a16="http://schemas.microsoft.com/office/drawing/2014/main" id="{4B53B10D-D604-4E2D-B18E-A2B8163CC1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46366" y="8752305"/>
            <a:ext cx="430853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 dirty="0"/>
          </a:p>
        </p:txBody>
      </p:sp>
      <p:sp>
        <p:nvSpPr>
          <p:cNvPr id="13" name="Header Placeholder 12">
            <a:extLst>
              <a:ext uri="{FF2B5EF4-FFF2-40B4-BE49-F238E27FC236}">
                <a16:creationId xmlns:a16="http://schemas.microsoft.com/office/drawing/2014/main" id="{0225AF11-4B47-41F0-B130-3DC91DD63C4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46366" y="8570490"/>
            <a:ext cx="430853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79B6ABE-A9E9-4E0E-A047-1DF52B239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505" y="419585"/>
            <a:ext cx="809625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Notes Placeholder 7">
            <a:extLst>
              <a:ext uri="{FF2B5EF4-FFF2-40B4-BE49-F238E27FC236}">
                <a16:creationId xmlns:a16="http://schemas.microsoft.com/office/drawing/2014/main" id="{ED603FBB-C012-44F8-8D4E-1E5BCC635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60000" y="5314247"/>
            <a:ext cx="6138000" cy="31109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Slide Image Placeholder 11">
            <a:extLst>
              <a:ext uri="{FF2B5EF4-FFF2-40B4-BE49-F238E27FC236}">
                <a16:creationId xmlns:a16="http://schemas.microsoft.com/office/drawing/2014/main" id="{CE09EA81-6923-4332-8C9E-30AE045AF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0000" y="1479581"/>
            <a:ext cx="6138000" cy="345247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17" name="Date Placeholder 8">
            <a:extLst>
              <a:ext uri="{FF2B5EF4-FFF2-40B4-BE49-F238E27FC236}">
                <a16:creationId xmlns:a16="http://schemas.microsoft.com/office/drawing/2014/main" id="{8EBAC05E-8F24-4752-8343-003B6B511F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760535" y="8752305"/>
            <a:ext cx="173746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681EF29B-F0DE-4A5D-971E-F0D2D074F34E}" type="datetime4">
              <a:rPr lang="en-GB" smtClean="0"/>
              <a:t>20 October 2025</a:t>
            </a:fld>
            <a:endParaRPr lang="en-GB" sz="800" dirty="0"/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1D693BA3-BE27-457C-84EF-2CE89AE4D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760535" y="8570490"/>
            <a:ext cx="1737465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latin typeface="+mn-lt"/>
              </a:defRPr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 sz="800"/>
          </a:p>
        </p:txBody>
      </p:sp>
      <p:sp>
        <p:nvSpPr>
          <p:cNvPr id="19" name="Footer Placeholder 10">
            <a:extLst>
              <a:ext uri="{FF2B5EF4-FFF2-40B4-BE49-F238E27FC236}">
                <a16:creationId xmlns:a16="http://schemas.microsoft.com/office/drawing/2014/main" id="{F71DC945-9758-4703-A041-B00CC90596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353656" y="8752305"/>
            <a:ext cx="440124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/>
          </a:p>
        </p:txBody>
      </p:sp>
      <p:sp>
        <p:nvSpPr>
          <p:cNvPr id="20" name="Header Placeholder 12">
            <a:extLst>
              <a:ext uri="{FF2B5EF4-FFF2-40B4-BE49-F238E27FC236}">
                <a16:creationId xmlns:a16="http://schemas.microsoft.com/office/drawing/2014/main" id="{9AA08409-7D69-4F6B-8F0E-3BF399AD47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53656" y="8570490"/>
            <a:ext cx="4401248" cy="15270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latin typeface="+mn-lt"/>
              </a:defRPr>
            </a:lvl1pPr>
          </a:lstStyle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48B4997-4AB4-2F33-485D-562C31ED42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39750" y="539750"/>
            <a:ext cx="5555050" cy="289104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GB" dirty="0"/>
              <a:t>Presentation title </a:t>
            </a:r>
            <a:br>
              <a:rPr lang="en-GB" dirty="0"/>
            </a:br>
            <a:r>
              <a:rPr lang="en-GB" dirty="0"/>
              <a:t>can be in two </a:t>
            </a:r>
            <a:br>
              <a:rPr lang="en-GB" dirty="0"/>
            </a:br>
            <a:r>
              <a:rPr lang="en-GB" dirty="0"/>
              <a:t>or three lines</a:t>
            </a:r>
          </a:p>
        </p:txBody>
      </p:sp>
      <p:sp>
        <p:nvSpPr>
          <p:cNvPr id="5" name="'Insert title'">
            <a:extLst>
              <a:ext uri="{FF2B5EF4-FFF2-40B4-BE49-F238E27FC236}">
                <a16:creationId xmlns:a16="http://schemas.microsoft.com/office/drawing/2014/main" id="{484748D6-6B55-D99D-79BB-AD84108A27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9750" y="5627262"/>
            <a:ext cx="3816000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sp>
        <p:nvSpPr>
          <p:cNvPr id="6" name="Name Nameson">
            <a:extLst>
              <a:ext uri="{FF2B5EF4-FFF2-40B4-BE49-F238E27FC236}">
                <a16:creationId xmlns:a16="http://schemas.microsoft.com/office/drawing/2014/main" id="{99FFDAA3-7E5A-0542-0283-6411A5B8B2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5417816"/>
            <a:ext cx="3816000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 Nameson</a:t>
            </a:r>
          </a:p>
        </p:txBody>
      </p:sp>
      <p:sp>
        <p:nvSpPr>
          <p:cNvPr id="8" name="'Insert title'">
            <a:extLst>
              <a:ext uri="{FF2B5EF4-FFF2-40B4-BE49-F238E27FC236}">
                <a16:creationId xmlns:a16="http://schemas.microsoft.com/office/drawing/2014/main" id="{3D6935F3-9B95-0B82-F3B1-078DB46BD0C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750" y="5992200"/>
            <a:ext cx="3816000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 dirty="0"/>
              <a:t>Date/Event</a:t>
            </a:r>
          </a:p>
        </p:txBody>
      </p:sp>
      <p:sp>
        <p:nvSpPr>
          <p:cNvPr id="16" name="Picture Placeholder 21">
            <a:extLst>
              <a:ext uri="{FF2B5EF4-FFF2-40B4-BE49-F238E27FC236}">
                <a16:creationId xmlns:a16="http://schemas.microsoft.com/office/drawing/2014/main" id="{9A6DCBA8-A4A9-58E7-3934-5C21F2B471D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0000" y="6318000"/>
            <a:ext cx="809625" cy="104400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a-DK" dirty="0"/>
              <a:t> </a:t>
            </a:r>
            <a:endParaRPr lang="en-GB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E5B85FB9-E16C-C18D-EF84-8E2E7C829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3A6B5497-D37F-B767-6303-CB4A20EF7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691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e background">
            <a:extLst>
              <a:ext uri="{FF2B5EF4-FFF2-40B4-BE49-F238E27FC236}">
                <a16:creationId xmlns:a16="http://schemas.microsoft.com/office/drawing/2014/main" id="{7D0949E1-4204-4A61-B55C-445B0C36D9A3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rgbClr val="FF7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bg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F086D49-7646-4772-9C1A-F2A363E13E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750" y="539750"/>
            <a:ext cx="5555050" cy="2891049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4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GB" dirty="0"/>
              <a:t>Presentation title </a:t>
            </a:r>
            <a:br>
              <a:rPr lang="en-GB" dirty="0"/>
            </a:br>
            <a:r>
              <a:rPr lang="en-GB" dirty="0"/>
              <a:t>can be in two </a:t>
            </a:r>
            <a:br>
              <a:rPr lang="en-GB" dirty="0"/>
            </a:br>
            <a:r>
              <a:rPr lang="en-GB" dirty="0"/>
              <a:t>or three lines</a:t>
            </a:r>
          </a:p>
        </p:txBody>
      </p:sp>
      <p:pic>
        <p:nvPicPr>
          <p:cNvPr id="9" name="Graphic 9">
            <a:extLst>
              <a:ext uri="{FF2B5EF4-FFF2-40B4-BE49-F238E27FC236}">
                <a16:creationId xmlns:a16="http://schemas.microsoft.com/office/drawing/2014/main" id="{808A07B1-076A-4EF6-B7C8-43CB4581F5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0000" y="6318000"/>
            <a:ext cx="810000" cy="103184"/>
          </a:xfrm>
          <a:prstGeom prst="rect">
            <a:avLst/>
          </a:prstGeom>
        </p:spPr>
      </p:pic>
      <p:sp>
        <p:nvSpPr>
          <p:cNvPr id="5" name="'Insert title'">
            <a:extLst>
              <a:ext uri="{FF2B5EF4-FFF2-40B4-BE49-F238E27FC236}">
                <a16:creationId xmlns:a16="http://schemas.microsoft.com/office/drawing/2014/main" id="{F88CEFEE-1A38-AA4E-5CB4-698AEF4703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9750" y="5627262"/>
            <a:ext cx="3816000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sp>
        <p:nvSpPr>
          <p:cNvPr id="8" name="Name Nameson">
            <a:extLst>
              <a:ext uri="{FF2B5EF4-FFF2-40B4-BE49-F238E27FC236}">
                <a16:creationId xmlns:a16="http://schemas.microsoft.com/office/drawing/2014/main" id="{F0B3BD38-52A0-BF81-F00E-C80D0004B9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5417816"/>
            <a:ext cx="3816000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 Nameson</a:t>
            </a:r>
          </a:p>
        </p:txBody>
      </p:sp>
      <p:sp>
        <p:nvSpPr>
          <p:cNvPr id="10" name="'Insert title'">
            <a:extLst>
              <a:ext uri="{FF2B5EF4-FFF2-40B4-BE49-F238E27FC236}">
                <a16:creationId xmlns:a16="http://schemas.microsoft.com/office/drawing/2014/main" id="{D18B8FDA-33B1-DBDD-E755-DC385A0DB8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750" y="5992200"/>
            <a:ext cx="3816000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 dirty="0"/>
              <a:t>Date/Event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8432974B-4007-3E9F-04DF-4B0D801CB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F6A3F655-E77A-CCFD-C8B4-788413F68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7337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e rectangle">
            <a:extLst>
              <a:ext uri="{FF2B5EF4-FFF2-40B4-BE49-F238E27FC236}">
                <a16:creationId xmlns:a16="http://schemas.microsoft.com/office/drawing/2014/main" id="{7D0949E1-4204-4A61-B55C-445B0C36D9A3}"/>
              </a:ext>
            </a:extLst>
          </p:cNvPr>
          <p:cNvSpPr/>
          <p:nvPr userDrawn="1"/>
        </p:nvSpPr>
        <p:spPr bwMode="ltGray">
          <a:xfrm>
            <a:off x="-2810" y="0"/>
            <a:ext cx="3046800" cy="6858000"/>
          </a:xfrm>
          <a:prstGeom prst="rect">
            <a:avLst/>
          </a:prstGeom>
          <a:solidFill>
            <a:srgbClr val="FF7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7CD4A-6A27-4EB1-BD18-622E1BF642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2261" y="539749"/>
            <a:ext cx="8068402" cy="8731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1EE751-9ACF-459B-B991-F5D43610AEC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581398" y="1626781"/>
            <a:ext cx="8068403" cy="45462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18039-4340-4ED2-B5B9-28A881963B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000" y="539751"/>
            <a:ext cx="1977081" cy="87312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573800-A8A2-4D41-97DE-AFEF90ABC5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1338" y="1626781"/>
            <a:ext cx="1971203" cy="4546257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82D73310-E76C-A861-65BF-DC77A957A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9EC22E92-3172-2F70-80E4-21DDD88B0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BE480A8-2D39-D5F6-5F80-BF6D401D7C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0000" y="6318000"/>
            <a:ext cx="810000" cy="10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050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e rectangle">
            <a:extLst>
              <a:ext uri="{FF2B5EF4-FFF2-40B4-BE49-F238E27FC236}">
                <a16:creationId xmlns:a16="http://schemas.microsoft.com/office/drawing/2014/main" id="{7D0949E1-4204-4A61-B55C-445B0C36D9A3}"/>
              </a:ext>
            </a:extLst>
          </p:cNvPr>
          <p:cNvSpPr/>
          <p:nvPr userDrawn="1"/>
        </p:nvSpPr>
        <p:spPr bwMode="ltGray">
          <a:xfrm>
            <a:off x="0" y="0"/>
            <a:ext cx="3046800" cy="6858000"/>
          </a:xfrm>
          <a:prstGeom prst="rect">
            <a:avLst/>
          </a:prstGeom>
          <a:solidFill>
            <a:srgbClr val="FF7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bg1"/>
              </a:solidFill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40A720D-6804-8DCD-51A8-C4F0B295CA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0000" y="539751"/>
            <a:ext cx="1977081" cy="87312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3111276-1327-8496-1D8A-9A1DFEF992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1338" y="1626781"/>
            <a:ext cx="1971203" cy="4546257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D342957-8955-9EAB-50B2-380A58353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76ABA9BE-B153-32A1-E1D4-AD8566F48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6D854EC4-E570-D925-5F16-AFA6FA4A7BB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3582000" y="539750"/>
            <a:ext cx="8067600" cy="564704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1" name="Graphic 9">
            <a:extLst>
              <a:ext uri="{FF2B5EF4-FFF2-40B4-BE49-F238E27FC236}">
                <a16:creationId xmlns:a16="http://schemas.microsoft.com/office/drawing/2014/main" id="{3355A5C0-B2FD-838D-53DC-DDF3B8E107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0000" y="6318000"/>
            <a:ext cx="810000" cy="10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2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5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outdoor, tree, sky, plant&#10;&#10;Description automatically generated">
            <a:extLst>
              <a:ext uri="{FF2B5EF4-FFF2-40B4-BE49-F238E27FC236}">
                <a16:creationId xmlns:a16="http://schemas.microsoft.com/office/drawing/2014/main" id="{F348108D-B55C-E893-4AEB-970FCAFD07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3060700" cy="686212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76BAD3D-00FA-76E5-3180-6F0DCD19541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0" y="0"/>
            <a:ext cx="30607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F21475-39D2-BC1E-319C-D559895E32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2261" y="539749"/>
            <a:ext cx="8068402" cy="8731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B267C32-7996-59F9-C750-5BDDC593E575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3581398" y="1626781"/>
            <a:ext cx="8068403" cy="45462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C8160805-C17F-13E3-183B-AB169C73B81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2925" y="6318000"/>
            <a:ext cx="809625" cy="104775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a-DK" dirty="0"/>
              <a:t> </a:t>
            </a:r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4BC952C4-8C14-C3AD-ABFD-CD9939816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B55F58-31ED-1543-CA97-DFB7E2E9C2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928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275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e rectangle">
            <a:extLst>
              <a:ext uri="{FF2B5EF4-FFF2-40B4-BE49-F238E27FC236}">
                <a16:creationId xmlns:a16="http://schemas.microsoft.com/office/drawing/2014/main" id="{7D0949E1-4204-4A61-B55C-445B0C36D9A3}"/>
              </a:ext>
            </a:extLst>
          </p:cNvPr>
          <p:cNvSpPr/>
          <p:nvPr userDrawn="1"/>
        </p:nvSpPr>
        <p:spPr bwMode="ltGray">
          <a:xfrm>
            <a:off x="0" y="0"/>
            <a:ext cx="270000" cy="6858000"/>
          </a:xfrm>
          <a:prstGeom prst="rect">
            <a:avLst/>
          </a:prstGeom>
          <a:solidFill>
            <a:srgbClr val="FF7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7CD4A-6A27-4EB1-BD18-622E1BF642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0" y="539750"/>
            <a:ext cx="11110913" cy="87782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FD9B176C-E9C9-074A-48DC-4744C64FC8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38888" y="1626781"/>
            <a:ext cx="11110913" cy="45462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691CCDD6-8EC2-C90A-F001-23DF1DFCF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94A0573B-C268-9E14-A8AF-ED94CCD5E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4941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27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rgbClr val="DCE2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7A5ADE-5CEB-4FBB-B1D4-7B0D759D95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1" y="539750"/>
            <a:ext cx="11110912" cy="87782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81C1B5F-62AC-C5EB-8E6A-F21868228140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38888" y="1626781"/>
            <a:ext cx="11110913" cy="45462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E3A155D4-40FE-BCF9-8E88-98B48E8CF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6DF42828-CF62-5814-79E1-B8CBFAED8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outdoor, tree, sky, plant&#10;&#10;Description automatically generated">
            <a:extLst>
              <a:ext uri="{FF2B5EF4-FFF2-40B4-BE49-F238E27FC236}">
                <a16:creationId xmlns:a16="http://schemas.microsoft.com/office/drawing/2014/main" id="{B97A356A-5AE3-5295-ACAA-7D1EDCA3BF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6800" y="0"/>
            <a:ext cx="9145200" cy="6858000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EE814-74B1-84EA-32A3-C411E824B2E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046413" y="0"/>
            <a:ext cx="9145587" cy="685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96CF81C-36BE-EAAA-C0BD-DEAF3F2EE4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000" y="539751"/>
            <a:ext cx="1977081" cy="87312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604A7CD-BF9E-988F-E16F-CE16897463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1338" y="1626781"/>
            <a:ext cx="1971203" cy="4546257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FD318B-2567-ECB2-37E9-C21CAFE5A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5AE8C-193B-F4F2-204E-B72EF71C6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169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5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e Rectangle">
            <a:extLst>
              <a:ext uri="{FF2B5EF4-FFF2-40B4-BE49-F238E27FC236}">
                <a16:creationId xmlns:a16="http://schemas.microsoft.com/office/drawing/2014/main" id="{7D0949E1-4204-4A61-B55C-445B0C36D9A3}"/>
              </a:ext>
            </a:extLst>
          </p:cNvPr>
          <p:cNvSpPr/>
          <p:nvPr userDrawn="1"/>
        </p:nvSpPr>
        <p:spPr bwMode="ltGray">
          <a:xfrm>
            <a:off x="0" y="0"/>
            <a:ext cx="3046800" cy="6858000"/>
          </a:xfrm>
          <a:prstGeom prst="rect">
            <a:avLst/>
          </a:prstGeom>
          <a:solidFill>
            <a:srgbClr val="FF7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bg1"/>
              </a:solidFill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074F110-040D-3845-F53B-C405F7902D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000" y="539751"/>
            <a:ext cx="1977081" cy="87312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B7973A4-8574-0D05-E0C1-0CC6EB2CD3A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1338" y="1626781"/>
            <a:ext cx="1971203" cy="4546257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C92A52B-D186-3B56-3971-673227DED6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2261" y="539749"/>
            <a:ext cx="8068402" cy="873125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20224C4-8C7E-AEAC-FB12-EEEC5438E3F4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575050" y="1625600"/>
            <a:ext cx="3959225" cy="454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26451EE0-BC87-4DF3-3A24-4C65098664C0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691438" y="1628775"/>
            <a:ext cx="3959225" cy="454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00EA8661-93A4-A328-1A80-FB6FB01FF4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4A757946-C190-74D7-772E-CE488A449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3" name="Graphic 9">
            <a:extLst>
              <a:ext uri="{FF2B5EF4-FFF2-40B4-BE49-F238E27FC236}">
                <a16:creationId xmlns:a16="http://schemas.microsoft.com/office/drawing/2014/main" id="{B113A43B-A241-3243-9550-6F999F1EE8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0000" y="6318000"/>
            <a:ext cx="810000" cy="10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99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27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e Rectangle">
            <a:extLst>
              <a:ext uri="{FF2B5EF4-FFF2-40B4-BE49-F238E27FC236}">
                <a16:creationId xmlns:a16="http://schemas.microsoft.com/office/drawing/2014/main" id="{7D0949E1-4204-4A61-B55C-445B0C36D9A3}"/>
              </a:ext>
            </a:extLst>
          </p:cNvPr>
          <p:cNvSpPr/>
          <p:nvPr userDrawn="1"/>
        </p:nvSpPr>
        <p:spPr bwMode="ltGray">
          <a:xfrm>
            <a:off x="0" y="0"/>
            <a:ext cx="3046800" cy="6858000"/>
          </a:xfrm>
          <a:prstGeom prst="rect">
            <a:avLst/>
          </a:prstGeom>
          <a:solidFill>
            <a:srgbClr val="FF7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bg1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B098509-1E3C-48D5-BE3C-C7D74D9E9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2000" y="539750"/>
            <a:ext cx="8075863" cy="87782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A6369-ED3A-4A38-B40B-1E0F568C357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82000" y="1626781"/>
            <a:ext cx="2520000" cy="684213"/>
          </a:xfrm>
        </p:spPr>
        <p:txBody>
          <a:bodyPr/>
          <a:lstStyle>
            <a:lvl1pPr marL="0" indent="0">
              <a:buNone/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BC1362-0C50-4AE3-AA82-C2B3AE80A2B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2200" y="1626780"/>
            <a:ext cx="2520000" cy="684213"/>
          </a:xfrm>
        </p:spPr>
        <p:txBody>
          <a:bodyPr/>
          <a:lstStyle>
            <a:lvl1pPr marL="0" indent="0">
              <a:buNone/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BE6DF8-9AE6-4E82-96D7-9BE594FAD8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26000" y="1626780"/>
            <a:ext cx="2520000" cy="684213"/>
          </a:xfrm>
        </p:spPr>
        <p:txBody>
          <a:bodyPr/>
          <a:lstStyle>
            <a:lvl1pPr marL="0" indent="0">
              <a:buNone/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002539C4-581B-B57A-9675-53BBB2047FB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000" y="539751"/>
            <a:ext cx="1977081" cy="873124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FA29690-A934-7945-9B99-1202A8D70DE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1338" y="1626781"/>
            <a:ext cx="1971203" cy="4546257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7EA5E1-7E0C-CFC0-557C-700C930B598B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3582000" y="2520950"/>
            <a:ext cx="2519363" cy="3651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2D0F40B3-9D5A-352A-153C-86802F532DF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352837" y="2520950"/>
            <a:ext cx="2519363" cy="3651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56B3A0BC-488B-C686-7619-887FAADE875B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9126000" y="2520950"/>
            <a:ext cx="2519363" cy="3651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15AC9587-B99A-01B9-E9E2-3E8491B0D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BF2F313C-082C-D0B6-DE20-442A504DE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3" name="Graphic 9">
            <a:extLst>
              <a:ext uri="{FF2B5EF4-FFF2-40B4-BE49-F238E27FC236}">
                <a16:creationId xmlns:a16="http://schemas.microsoft.com/office/drawing/2014/main" id="{EC55CE16-CC57-CD67-A983-06B7FE8541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0000" y="6318000"/>
            <a:ext cx="810000" cy="10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85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275" userDrawn="1">
          <p15:clr>
            <a:srgbClr val="FBAE40"/>
          </p15:clr>
        </p15:guide>
        <p15:guide id="3" orient="horz" pos="1820" userDrawn="1">
          <p15:clr>
            <a:srgbClr val="FBAE40"/>
          </p15:clr>
        </p15:guide>
        <p15:guide id="4" orient="horz" pos="3888" userDrawn="1">
          <p15:clr>
            <a:srgbClr val="FBAE40"/>
          </p15:clr>
        </p15:guide>
        <p15:guide id="5" orient="horz" pos="22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50EB7F33-3415-4166-9759-AA52FD5999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51" y="539750"/>
            <a:ext cx="11110912" cy="87782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9AFF513-E1C6-4328-B532-3B7B5624485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263" y="1627199"/>
            <a:ext cx="2419200" cy="666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F4FE416-40A4-465A-8AFC-46666800EA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1210" y="4554000"/>
            <a:ext cx="2418713" cy="1602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0CDEA194-0F9A-426C-BB7C-6697C7F5013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6663" y="1627200"/>
            <a:ext cx="2419200" cy="666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E2451255-2326-451E-A1BC-4E82C6F2756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38123" y="4554000"/>
            <a:ext cx="2418713" cy="1602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C422C0D4-4636-410D-B028-417877D58CD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4063" y="1627199"/>
            <a:ext cx="2419200" cy="666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E6CCFF11-61A4-42F8-88CE-ACC10B4F692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35036" y="4554000"/>
            <a:ext cx="2418713" cy="1602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7813434-DB7E-4E1D-B0AB-735ABF05BED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31462" y="1627199"/>
            <a:ext cx="2419200" cy="6660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0276365A-EDDC-4170-BB2A-DA02E54F845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31949" y="4554000"/>
            <a:ext cx="2418713" cy="1602000"/>
          </a:xfrm>
        </p:spPr>
        <p:txBody>
          <a:bodyPr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Blue rectangle">
            <a:extLst>
              <a:ext uri="{FF2B5EF4-FFF2-40B4-BE49-F238E27FC236}">
                <a16:creationId xmlns:a16="http://schemas.microsoft.com/office/drawing/2014/main" id="{E2F893AE-9740-B585-48C3-AD53AF91D96A}"/>
              </a:ext>
            </a:extLst>
          </p:cNvPr>
          <p:cNvSpPr/>
          <p:nvPr userDrawn="1"/>
        </p:nvSpPr>
        <p:spPr bwMode="ltGray">
          <a:xfrm>
            <a:off x="0" y="0"/>
            <a:ext cx="270000" cy="6858000"/>
          </a:xfrm>
          <a:prstGeom prst="rect">
            <a:avLst/>
          </a:prstGeom>
          <a:solidFill>
            <a:srgbClr val="FF7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7108B0-1132-79E4-232C-234C5CDAEFC7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539750" y="2592000"/>
            <a:ext cx="2417763" cy="1655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611132C-40E9-AA84-5CA9-D0A95EC18C3C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440482" y="2592000"/>
            <a:ext cx="2417763" cy="1655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CC10F4D8-90C1-1B53-E971-805769755C82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335500" y="2592000"/>
            <a:ext cx="2417763" cy="1655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75B988F-9074-1AF0-9283-5142ED3090BE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232900" y="2592000"/>
            <a:ext cx="2417763" cy="1655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EB3A54C3-395B-07DF-3EC9-F3E033775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F951E15-FEBC-DDE4-B15E-AC9AEA987C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5051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275" userDrawn="1">
          <p15:clr>
            <a:srgbClr val="FBAE40"/>
          </p15:clr>
        </p15:guide>
        <p15:guide id="3" orient="horz" pos="1820" userDrawn="1">
          <p15:clr>
            <a:srgbClr val="FBAE40"/>
          </p15:clr>
        </p15:guide>
        <p15:guide id="4" orient="horz" pos="295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outdoor, tree, sky, plant&#10;&#10;Description automatically generated">
            <a:extLst>
              <a:ext uri="{FF2B5EF4-FFF2-40B4-BE49-F238E27FC236}">
                <a16:creationId xmlns:a16="http://schemas.microsoft.com/office/drawing/2014/main" id="{862FA406-872F-3C46-6B96-0BDFFDD2BE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84900" y="-3600"/>
            <a:ext cx="6007100" cy="6861600"/>
          </a:xfrm>
          <a:prstGeom prst="rect">
            <a:avLst/>
          </a:prstGeom>
        </p:spPr>
      </p:pic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D02DC54-C530-803E-B066-92FEED804A8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82840" y="0"/>
            <a:ext cx="60071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Blue Rectangle">
            <a:extLst>
              <a:ext uri="{FF2B5EF4-FFF2-40B4-BE49-F238E27FC236}">
                <a16:creationId xmlns:a16="http://schemas.microsoft.com/office/drawing/2014/main" id="{7D0949E1-4204-4A61-B55C-445B0C36D9A3}"/>
              </a:ext>
            </a:extLst>
          </p:cNvPr>
          <p:cNvSpPr/>
          <p:nvPr userDrawn="1"/>
        </p:nvSpPr>
        <p:spPr bwMode="ltGray">
          <a:xfrm>
            <a:off x="0" y="0"/>
            <a:ext cx="6184900" cy="6858000"/>
          </a:xfrm>
          <a:prstGeom prst="rect">
            <a:avLst/>
          </a:prstGeom>
          <a:solidFill>
            <a:srgbClr val="FF7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FFF39F-5473-8A53-61E8-B368FF369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39751"/>
            <a:ext cx="5109690" cy="87782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C2D0BF29-172F-D104-7F7A-9EE504310A0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0000" y="1627200"/>
            <a:ext cx="5108400" cy="454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71489557-8F8F-6CF7-D949-9A7B5D46F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A24FC90A-5C28-30E9-3858-E5A40310C8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4" name="Graphic 9">
            <a:extLst>
              <a:ext uri="{FF2B5EF4-FFF2-40B4-BE49-F238E27FC236}">
                <a16:creationId xmlns:a16="http://schemas.microsoft.com/office/drawing/2014/main" id="{D99FB726-5BF3-C30F-615E-E8BC6F7107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0000" y="6318000"/>
            <a:ext cx="810000" cy="10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13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27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outdoor, tree, sky, plant&#10;&#10;Description automatically generated">
            <a:extLst>
              <a:ext uri="{FF2B5EF4-FFF2-40B4-BE49-F238E27FC236}">
                <a16:creationId xmlns:a16="http://schemas.microsoft.com/office/drawing/2014/main" id="{D0732575-4F6A-022B-999D-257FFA738B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84900" y="-3600"/>
            <a:ext cx="6007100" cy="6861600"/>
          </a:xfrm>
          <a:prstGeom prst="rect">
            <a:avLst/>
          </a:prstGeom>
        </p:spPr>
      </p:pic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FDB499E-0285-18C9-9601-2C28E4F1263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82840" y="0"/>
            <a:ext cx="60071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" name="Grey Rectangle">
            <a:extLst>
              <a:ext uri="{FF2B5EF4-FFF2-40B4-BE49-F238E27FC236}">
                <a16:creationId xmlns:a16="http://schemas.microsoft.com/office/drawing/2014/main" id="{7D0949E1-4204-4A61-B55C-445B0C36D9A3}"/>
              </a:ext>
            </a:extLst>
          </p:cNvPr>
          <p:cNvSpPr/>
          <p:nvPr userDrawn="1"/>
        </p:nvSpPr>
        <p:spPr bwMode="ltGray">
          <a:xfrm>
            <a:off x="0" y="0"/>
            <a:ext cx="6184900" cy="6858000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lnSpc>
                <a:spcPct val="100000"/>
              </a:lnSpc>
            </a:pPr>
            <a:endParaRPr lang="en-GB" sz="2000" noProof="0" dirty="0" err="1">
              <a:solidFill>
                <a:schemeClr val="bg1"/>
              </a:solidFill>
            </a:endParaRPr>
          </a:p>
        </p:txBody>
      </p:sp>
      <p:pic>
        <p:nvPicPr>
          <p:cNvPr id="7" name="Graphic 9">
            <a:extLst>
              <a:ext uri="{FF2B5EF4-FFF2-40B4-BE49-F238E27FC236}">
                <a16:creationId xmlns:a16="http://schemas.microsoft.com/office/drawing/2014/main" id="{07657DA1-DB5E-1123-1459-AD4EE0C5CF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0000" y="6315547"/>
            <a:ext cx="810000" cy="103184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102D99D7-8361-E5AA-A0AB-C6F6F2313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39751"/>
            <a:ext cx="5109690" cy="87782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1BB23CE1-2A74-BAB9-8002-810AFEA3E4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0000" y="1627200"/>
            <a:ext cx="5108400" cy="4543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E50A5C4-AE56-71A4-D5C5-DECE9089D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ECC94-AD31-E999-E1A7-A597F95F3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5382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27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tree, sky, plant&#10;&#10;Description automatically generated">
            <a:extLst>
              <a:ext uri="{FF2B5EF4-FFF2-40B4-BE49-F238E27FC236}">
                <a16:creationId xmlns:a16="http://schemas.microsoft.com/office/drawing/2014/main" id="{17B93F01-C8C9-2E8B-223B-076B29AAEB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007100" cy="6861600"/>
          </a:xfrm>
          <a:prstGeom prst="rect">
            <a:avLst/>
          </a:prstGeom>
        </p:spPr>
      </p:pic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17C30D75-DE32-7D4A-C753-D6B61461395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0" y="0"/>
            <a:ext cx="60071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D0F7D5F7-B012-A56C-A887-F9A7BA875B0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0000" y="6318000"/>
            <a:ext cx="809625" cy="104775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a-DK" dirty="0"/>
              <a:t> </a:t>
            </a:r>
            <a:endParaRPr lang="en-GB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F0E96AAF-F5E5-4530-CA87-8DF54A6159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4000" y="540000"/>
            <a:ext cx="5109690" cy="87782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A8F7D65-6CA9-0801-53C7-A16C4B787C0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34000" y="1627200"/>
            <a:ext cx="5108400" cy="4543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3321B3F6-9A94-1213-5262-A9E0F4DF4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01CAE008-BD94-A016-F397-9F89A1B7C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64833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FFB3C2FC-5167-7EEF-6AA1-579ACD00F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A0BAB2BD-671C-D3F1-2730-3EBF20FC74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3391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lat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509214-5EBD-1D19-69B1-45FAA2EFC86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28C68B37-4544-59A1-7E35-FF99A82D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0299205F-E62D-9E09-0756-C40498147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E890EB-9890-13FD-3061-267CFB2FCC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4320000"/>
            <a:ext cx="5580000" cy="6120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GB" dirty="0"/>
              <a:t>Click to insert end note</a:t>
            </a:r>
          </a:p>
        </p:txBody>
      </p:sp>
      <p:sp>
        <p:nvSpPr>
          <p:cNvPr id="5" name="'Insert title'">
            <a:extLst>
              <a:ext uri="{FF2B5EF4-FFF2-40B4-BE49-F238E27FC236}">
                <a16:creationId xmlns:a16="http://schemas.microsoft.com/office/drawing/2014/main" id="{F35271EB-D1E7-FEC5-9B9F-E07946C111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9750" y="5627262"/>
            <a:ext cx="3816000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sp>
        <p:nvSpPr>
          <p:cNvPr id="9" name="Name Nameson">
            <a:extLst>
              <a:ext uri="{FF2B5EF4-FFF2-40B4-BE49-F238E27FC236}">
                <a16:creationId xmlns:a16="http://schemas.microsoft.com/office/drawing/2014/main" id="{98C931D8-443B-BCB6-0B5B-3D2ADB5C7B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5417816"/>
            <a:ext cx="3816000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 Nameson</a:t>
            </a:r>
          </a:p>
        </p:txBody>
      </p:sp>
      <p:sp>
        <p:nvSpPr>
          <p:cNvPr id="10" name="Date/event">
            <a:extLst>
              <a:ext uri="{FF2B5EF4-FFF2-40B4-BE49-F238E27FC236}">
                <a16:creationId xmlns:a16="http://schemas.microsoft.com/office/drawing/2014/main" id="{951E4D8C-2F5A-50FC-C900-F8E95FB7D9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750" y="5992200"/>
            <a:ext cx="3816000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 dirty="0"/>
              <a:t>Date/Event</a:t>
            </a:r>
          </a:p>
        </p:txBody>
      </p:sp>
      <p:sp>
        <p:nvSpPr>
          <p:cNvPr id="15" name="Picture Placeholder 21">
            <a:extLst>
              <a:ext uri="{FF2B5EF4-FFF2-40B4-BE49-F238E27FC236}">
                <a16:creationId xmlns:a16="http://schemas.microsoft.com/office/drawing/2014/main" id="{23F917E9-1F24-E1B9-822D-31D70C72206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0000" y="6318000"/>
            <a:ext cx="809625" cy="104400"/>
          </a:xfr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a-DK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4837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12AE2A-2124-74FB-EBDE-C4BF463013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6865" y="0"/>
            <a:ext cx="6015136" cy="6858000"/>
          </a:xfrm>
          <a:prstGeom prst="rect">
            <a:avLst/>
          </a:prstGeom>
        </p:spPr>
      </p:pic>
      <p:sp>
        <p:nvSpPr>
          <p:cNvPr id="4" name="Blue rectangle">
            <a:extLst>
              <a:ext uri="{FF2B5EF4-FFF2-40B4-BE49-F238E27FC236}">
                <a16:creationId xmlns:a16="http://schemas.microsoft.com/office/drawing/2014/main" id="{7D0949E1-4204-4A61-B55C-445B0C36D9A3}"/>
              </a:ext>
            </a:extLst>
          </p:cNvPr>
          <p:cNvSpPr/>
          <p:nvPr userDrawn="1"/>
        </p:nvSpPr>
        <p:spPr>
          <a:xfrm flipV="1">
            <a:off x="0" y="-4116"/>
            <a:ext cx="6184900" cy="3442116"/>
          </a:xfrm>
          <a:prstGeom prst="rect">
            <a:avLst/>
          </a:prstGeom>
          <a:solidFill>
            <a:srgbClr val="FF7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GB" sz="2000" noProof="0" dirty="0" err="1">
              <a:solidFill>
                <a:schemeClr val="tx1"/>
              </a:solidFill>
            </a:endParaRPr>
          </a:p>
        </p:txBody>
      </p:sp>
      <p:sp>
        <p:nvSpPr>
          <p:cNvPr id="8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184900" y="-1"/>
            <a:ext cx="6008300" cy="6861600"/>
          </a:xfrm>
          <a:prstGeom prst="rect">
            <a:avLst/>
          </a:prstGeom>
        </p:spPr>
        <p:txBody>
          <a:bodyPr lIns="72000" tIns="72000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9D40848F-9464-3982-0278-0F9AA8D02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1C7A3C62-0308-77BE-C4C0-D2EFA24FA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A45432A-26FB-EEA6-5AA6-32C242C347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2571000"/>
            <a:ext cx="5465513" cy="6480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32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GB" dirty="0"/>
              <a:t>Click to insert end note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0C870C11-2240-1AD3-F40D-179924771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262" y="3707484"/>
            <a:ext cx="5466251" cy="14645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'Insert title'">
            <a:extLst>
              <a:ext uri="{FF2B5EF4-FFF2-40B4-BE49-F238E27FC236}">
                <a16:creationId xmlns:a16="http://schemas.microsoft.com/office/drawing/2014/main" id="{12ED7D6E-1559-D4BB-CF8B-19F76E2DAF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9750" y="5627262"/>
            <a:ext cx="3816000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 dirty="0"/>
              <a:t>Insert title</a:t>
            </a:r>
          </a:p>
        </p:txBody>
      </p:sp>
      <p:sp>
        <p:nvSpPr>
          <p:cNvPr id="11" name="Name Nameson">
            <a:extLst>
              <a:ext uri="{FF2B5EF4-FFF2-40B4-BE49-F238E27FC236}">
                <a16:creationId xmlns:a16="http://schemas.microsoft.com/office/drawing/2014/main" id="{4143B252-292A-99DF-4C7A-04D1B554F7C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750" y="5417816"/>
            <a:ext cx="3816000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 Nameson</a:t>
            </a:r>
          </a:p>
        </p:txBody>
      </p:sp>
      <p:sp>
        <p:nvSpPr>
          <p:cNvPr id="18" name="Date/event">
            <a:extLst>
              <a:ext uri="{FF2B5EF4-FFF2-40B4-BE49-F238E27FC236}">
                <a16:creationId xmlns:a16="http://schemas.microsoft.com/office/drawing/2014/main" id="{74540A1E-2FE6-2DB3-991A-6DA0F845A4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750" y="5992200"/>
            <a:ext cx="3816000" cy="18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GB" dirty="0"/>
              <a:t>Date/Event</a:t>
            </a:r>
          </a:p>
        </p:txBody>
      </p:sp>
    </p:spTree>
    <p:extLst>
      <p:ext uri="{BB962C8B-B14F-4D97-AF65-F5344CB8AC3E}">
        <p14:creationId xmlns:p14="http://schemas.microsoft.com/office/powerpoint/2010/main" val="200791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75EE5-8534-4775-B91B-3EC6485588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907454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47" imgH="348" progId="TCLayout.ActiveDocument.1">
                  <p:embed/>
                </p:oleObj>
              </mc:Choice>
              <mc:Fallback>
                <p:oleObj name="think-cell Slide" r:id="rId20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75EE5-8534-4775-B91B-3EC6485588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441B6ED-23A7-41A0-B313-0001FD649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51" y="1627200"/>
            <a:ext cx="11110912" cy="454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Level 1 (Enter+TAB for next text level, SHIFT+TAB to go back in levels)</a:t>
            </a:r>
          </a:p>
          <a:p>
            <a:pPr lvl="1"/>
            <a:r>
              <a:rPr lang="en-GB" noProof="0" dirty="0"/>
              <a:t>Level 2</a:t>
            </a:r>
          </a:p>
          <a:p>
            <a:pPr lvl="2"/>
            <a:r>
              <a:rPr lang="en-GB" noProof="0" dirty="0"/>
              <a:t>Level 3</a:t>
            </a:r>
          </a:p>
          <a:p>
            <a:pPr lvl="3"/>
            <a:r>
              <a:rPr lang="en-GB" noProof="0" dirty="0"/>
              <a:t>Level 4</a:t>
            </a:r>
          </a:p>
          <a:p>
            <a:pPr lvl="4"/>
            <a:r>
              <a:rPr lang="en-GB" noProof="0" dirty="0"/>
              <a:t>Level 5</a:t>
            </a:r>
          </a:p>
        </p:txBody>
      </p:sp>
      <p:sp>
        <p:nvSpPr>
          <p:cNvPr id="13" name="Title Placeholder 6">
            <a:extLst>
              <a:ext uri="{FF2B5EF4-FFF2-40B4-BE49-F238E27FC236}">
                <a16:creationId xmlns:a16="http://schemas.microsoft.com/office/drawing/2014/main" id="{46E34A81-C497-407E-85B9-E8F3AF144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1" y="539750"/>
            <a:ext cx="11110912" cy="8748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GB" dirty="0"/>
              <a:t>Click to add title</a:t>
            </a:r>
          </a:p>
        </p:txBody>
      </p:sp>
      <p:pic>
        <p:nvPicPr>
          <p:cNvPr id="7" name="Graphic 9">
            <a:extLst>
              <a:ext uri="{FF2B5EF4-FFF2-40B4-BE49-F238E27FC236}">
                <a16:creationId xmlns:a16="http://schemas.microsoft.com/office/drawing/2014/main" id="{B8EA52E8-ED0F-4D38-8134-1933FC8CCE37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539751" y="6317069"/>
            <a:ext cx="809625" cy="103136"/>
          </a:xfrm>
          <a:prstGeom prst="rect">
            <a:avLst/>
          </a:prstGeom>
        </p:spPr>
      </p:pic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E9A15552-197A-9B09-343F-E28F7D7B6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18325" y="6314400"/>
            <a:ext cx="5554800" cy="144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COMMERCIAL IN CONFIDENCE  |  SSE/XXXXX/YYY/ZZZZ  $Revision: </a:t>
            </a:r>
            <a:r>
              <a:rPr lang="en-GB" dirty="0" err="1"/>
              <a:t>xx.xx</a:t>
            </a:r>
            <a:r>
              <a:rPr lang="en-GB" dirty="0"/>
              <a:t> $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A3054B73-8CBC-F7F1-41C0-B14F3BB815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15142" y="6314400"/>
            <a:ext cx="335521" cy="144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74" r:id="rId2"/>
    <p:sldLayoutId id="2147483775" r:id="rId3"/>
    <p:sldLayoutId id="2147483794" r:id="rId4"/>
    <p:sldLayoutId id="2147483785" r:id="rId5"/>
    <p:sldLayoutId id="2147483786" r:id="rId6"/>
    <p:sldLayoutId id="2147483743" r:id="rId7"/>
    <p:sldLayoutId id="2147483795" r:id="rId8"/>
    <p:sldLayoutId id="2147483776" r:id="rId9"/>
    <p:sldLayoutId id="2147483779" r:id="rId10"/>
    <p:sldLayoutId id="2147483778" r:id="rId11"/>
    <p:sldLayoutId id="2147483730" r:id="rId12"/>
    <p:sldLayoutId id="2147483784" r:id="rId13"/>
    <p:sldLayoutId id="2147483796" r:id="rId14"/>
    <p:sldLayoutId id="2147483793" r:id="rId15"/>
    <p:sldLayoutId id="2147483782" r:id="rId16"/>
    <p:sldLayoutId id="2147483798" r:id="rId17"/>
  </p:sldLayoutIdLst>
  <p:hf hd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1pPr>
      <a:lvl2pPr marL="36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2pPr>
      <a:lvl3pPr marL="54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3pPr>
      <a:lvl4pPr marL="715963" indent="-180975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4pPr>
      <a:lvl5pPr marL="898525" indent="-180975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400" b="0" kern="1200">
          <a:solidFill>
            <a:schemeClr val="tx1"/>
          </a:solidFill>
          <a:latin typeface="Roboto Light" panose="02000000000000000000" pitchFamily="2" charset="0"/>
          <a:ea typeface="Roboto Light" panose="02000000000000000000" pitchFamily="2" charset="0"/>
          <a:cs typeface="+mn-cs"/>
        </a:defRPr>
      </a:lvl5pPr>
      <a:lvl6pPr marL="18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200" b="1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39" userDrawn="1">
          <p15:clr>
            <a:srgbClr val="F26B43"/>
          </p15:clr>
        </p15:guide>
        <p15:guide id="2" orient="horz" pos="3979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6" orient="horz" pos="340" userDrawn="1">
          <p15:clr>
            <a:srgbClr val="F26B43"/>
          </p15:clr>
        </p15:guide>
        <p15:guide id="9" orient="horz" pos="1026" userDrawn="1">
          <p15:clr>
            <a:srgbClr val="F26B43"/>
          </p15:clr>
        </p15:guide>
        <p15:guide id="10" pos="2252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orient="horz" pos="38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627687E-9F2A-499E-585D-F58C012B47F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6EDBD6A-BE1F-D58F-A22C-DB67EE94DF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4B4426-EACC-7EA3-0841-E76A100024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8674AD-8DFC-2199-62D8-B96CA52C34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23EBB24-278E-B53C-58B5-A348EFCB154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8C818E5-18B2-6D3F-9514-EBC2BEF5013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565CCC-E8AE-66E5-02CD-9A2EA8582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COMMERCIAL IN CONFIDENCE  |  SSE/XXXXX/YYY/ZZZZ  $Revision: xx.xx $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EE8D38-C1E8-818D-4A28-2A575364C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2057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36ED02D-1932-A79C-E991-FC666FB9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07477F-DD82-69AF-97E9-43248FF4AF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713BD2-7A25-0789-862A-A6C252A442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811BC-BA6C-6CE2-907F-19FF1D565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COMMERCIAL IN CONFIDENCE  |  SSE/XXXXX/YYY/ZZZZ  $Revision: xx.xx $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5FA71-27AC-E805-A67D-968E73A17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2" name="Rektangel: afrundede hjørner diagonalt 2">
            <a:extLst>
              <a:ext uri="{FF2B5EF4-FFF2-40B4-BE49-F238E27FC236}">
                <a16:creationId xmlns:a16="http://schemas.microsoft.com/office/drawing/2014/main" id="{C989BB27-97AD-7BF0-5A91-AA9449F9A89D}"/>
              </a:ext>
            </a:extLst>
          </p:cNvPr>
          <p:cNvSpPr/>
          <p:nvPr/>
        </p:nvSpPr>
        <p:spPr>
          <a:xfrm flipH="1">
            <a:off x="3853010" y="2869525"/>
            <a:ext cx="2374231" cy="1728729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D29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2000" noProof="0" err="1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54EA64A-2249-BB6A-B379-5B7E17880666}"/>
              </a:ext>
            </a:extLst>
          </p:cNvPr>
          <p:cNvGrpSpPr/>
          <p:nvPr/>
        </p:nvGrpSpPr>
        <p:grpSpPr>
          <a:xfrm>
            <a:off x="4166428" y="3266043"/>
            <a:ext cx="1727440" cy="1145217"/>
            <a:chOff x="3780905" y="991689"/>
            <a:chExt cx="1727440" cy="1145217"/>
          </a:xfrm>
        </p:grpSpPr>
        <p:sp>
          <p:nvSpPr>
            <p:cNvPr id="4" name="Rektangel: afrundede hjørner diagonalt 2">
              <a:extLst>
                <a:ext uri="{FF2B5EF4-FFF2-40B4-BE49-F238E27FC236}">
                  <a16:creationId xmlns:a16="http://schemas.microsoft.com/office/drawing/2014/main" id="{73B53F91-DBC6-7AD7-EEE0-F50C59659F7F}"/>
                </a:ext>
              </a:extLst>
            </p:cNvPr>
            <p:cNvSpPr/>
            <p:nvPr/>
          </p:nvSpPr>
          <p:spPr>
            <a:xfrm>
              <a:off x="3780905" y="991689"/>
              <a:ext cx="1727440" cy="1145217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da-DK" sz="2000" noProof="0" err="1"/>
            </a:p>
          </p:txBody>
        </p:sp>
        <p:sp>
          <p:nvSpPr>
            <p:cNvPr id="5" name="Tekstfelt 17">
              <a:extLst>
                <a:ext uri="{FF2B5EF4-FFF2-40B4-BE49-F238E27FC236}">
                  <a16:creationId xmlns:a16="http://schemas.microsoft.com/office/drawing/2014/main" id="{77DCB31A-768D-73C4-60D1-1DC88D25FD5E}"/>
                </a:ext>
              </a:extLst>
            </p:cNvPr>
            <p:cNvSpPr txBox="1"/>
            <p:nvPr/>
          </p:nvSpPr>
          <p:spPr>
            <a:xfrm>
              <a:off x="3917198" y="1076927"/>
              <a:ext cx="149926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DK" sz="1400" dirty="0"/>
                <a:t>Content</a:t>
              </a:r>
              <a:endParaRPr lang="da-DK" sz="1400" dirty="0"/>
            </a:p>
          </p:txBody>
        </p:sp>
        <p:pic>
          <p:nvPicPr>
            <p:cNvPr id="12" name="Picture 2" descr="How to Build Domain Specific Automatic Speech Recognition Models on GPUs |  NVIDIA Technical Blog">
              <a:extLst>
                <a:ext uri="{FF2B5EF4-FFF2-40B4-BE49-F238E27FC236}">
                  <a16:creationId xmlns:a16="http://schemas.microsoft.com/office/drawing/2014/main" id="{F67B5E3E-AC27-61C7-D840-FF618076F6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6379" y="1592055"/>
              <a:ext cx="1176492" cy="4031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kstfelt 17">
            <a:extLst>
              <a:ext uri="{FF2B5EF4-FFF2-40B4-BE49-F238E27FC236}">
                <a16:creationId xmlns:a16="http://schemas.microsoft.com/office/drawing/2014/main" id="{41DC88DC-2C11-9D01-6406-7C9DA842D5F6}"/>
              </a:ext>
            </a:extLst>
          </p:cNvPr>
          <p:cNvSpPr txBox="1"/>
          <p:nvPr/>
        </p:nvSpPr>
        <p:spPr>
          <a:xfrm>
            <a:off x="4248329" y="2954950"/>
            <a:ext cx="149926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DK" sz="1400" dirty="0"/>
              <a:t>Category 1 </a:t>
            </a:r>
            <a:r>
              <a:rPr lang="en-DK" sz="1400" dirty="0" err="1"/>
              <a:t>color</a:t>
            </a:r>
            <a:endParaRPr lang="da-DK" sz="1400" dirty="0"/>
          </a:p>
        </p:txBody>
      </p:sp>
      <p:sp>
        <p:nvSpPr>
          <p:cNvPr id="14" name="Rektangel: afrundede hjørner diagonalt 2">
            <a:extLst>
              <a:ext uri="{FF2B5EF4-FFF2-40B4-BE49-F238E27FC236}">
                <a16:creationId xmlns:a16="http://schemas.microsoft.com/office/drawing/2014/main" id="{6BD2DA03-0CB2-0D72-189F-256DA4940510}"/>
              </a:ext>
            </a:extLst>
          </p:cNvPr>
          <p:cNvSpPr/>
          <p:nvPr/>
        </p:nvSpPr>
        <p:spPr>
          <a:xfrm flipH="1">
            <a:off x="6564721" y="2869526"/>
            <a:ext cx="2374231" cy="1728729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DC5D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2000" noProof="0" err="1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8B4178-9144-B481-6B73-34DEA1E4F569}"/>
              </a:ext>
            </a:extLst>
          </p:cNvPr>
          <p:cNvGrpSpPr/>
          <p:nvPr/>
        </p:nvGrpSpPr>
        <p:grpSpPr>
          <a:xfrm>
            <a:off x="6945954" y="3255818"/>
            <a:ext cx="1727440" cy="1145217"/>
            <a:chOff x="3780905" y="991689"/>
            <a:chExt cx="1727440" cy="1145217"/>
          </a:xfrm>
        </p:grpSpPr>
        <p:sp>
          <p:nvSpPr>
            <p:cNvPr id="16" name="Rektangel: afrundede hjørner diagonalt 2">
              <a:extLst>
                <a:ext uri="{FF2B5EF4-FFF2-40B4-BE49-F238E27FC236}">
                  <a16:creationId xmlns:a16="http://schemas.microsoft.com/office/drawing/2014/main" id="{0D41879D-6B11-4080-EC8B-FCB08C5DC735}"/>
                </a:ext>
              </a:extLst>
            </p:cNvPr>
            <p:cNvSpPr/>
            <p:nvPr/>
          </p:nvSpPr>
          <p:spPr>
            <a:xfrm>
              <a:off x="3780905" y="991689"/>
              <a:ext cx="1727440" cy="1145217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da-DK" sz="2000" noProof="0" err="1"/>
            </a:p>
          </p:txBody>
        </p:sp>
        <p:sp>
          <p:nvSpPr>
            <p:cNvPr id="17" name="Tekstfelt 17">
              <a:extLst>
                <a:ext uri="{FF2B5EF4-FFF2-40B4-BE49-F238E27FC236}">
                  <a16:creationId xmlns:a16="http://schemas.microsoft.com/office/drawing/2014/main" id="{5DB93A03-6D89-BAD7-9C10-0EA3C2717B6F}"/>
                </a:ext>
              </a:extLst>
            </p:cNvPr>
            <p:cNvSpPr txBox="1"/>
            <p:nvPr/>
          </p:nvSpPr>
          <p:spPr>
            <a:xfrm>
              <a:off x="3937531" y="1154000"/>
              <a:ext cx="149926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DK" sz="1400" dirty="0"/>
                <a:t>Content</a:t>
              </a:r>
              <a:endParaRPr lang="da-DK" sz="1400" dirty="0"/>
            </a:p>
          </p:txBody>
        </p:sp>
      </p:grpSp>
      <p:sp>
        <p:nvSpPr>
          <p:cNvPr id="18" name="Tekstfelt 17">
            <a:extLst>
              <a:ext uri="{FF2B5EF4-FFF2-40B4-BE49-F238E27FC236}">
                <a16:creationId xmlns:a16="http://schemas.microsoft.com/office/drawing/2014/main" id="{9E524D31-7E85-DA96-A079-B2390998E04F}"/>
              </a:ext>
            </a:extLst>
          </p:cNvPr>
          <p:cNvSpPr txBox="1"/>
          <p:nvPr/>
        </p:nvSpPr>
        <p:spPr>
          <a:xfrm>
            <a:off x="7017877" y="2954950"/>
            <a:ext cx="149926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DK" sz="1400" dirty="0"/>
              <a:t>Category 2 </a:t>
            </a:r>
            <a:r>
              <a:rPr lang="en-DK" sz="1400" dirty="0" err="1"/>
              <a:t>color</a:t>
            </a:r>
            <a:endParaRPr lang="da-DK" sz="1400" dirty="0"/>
          </a:p>
        </p:txBody>
      </p:sp>
      <p:sp>
        <p:nvSpPr>
          <p:cNvPr id="19" name="Rektangel: afrundede hjørner diagonalt 2">
            <a:extLst>
              <a:ext uri="{FF2B5EF4-FFF2-40B4-BE49-F238E27FC236}">
                <a16:creationId xmlns:a16="http://schemas.microsoft.com/office/drawing/2014/main" id="{97A5B0C9-B2A9-167F-654B-C590D4C9F76F}"/>
              </a:ext>
            </a:extLst>
          </p:cNvPr>
          <p:cNvSpPr/>
          <p:nvPr/>
        </p:nvSpPr>
        <p:spPr>
          <a:xfrm flipH="1">
            <a:off x="9276431" y="2870395"/>
            <a:ext cx="2374231" cy="1727859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7EC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2000" noProof="0" err="1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2BCA96-B1BB-5A32-6775-53BCFDAD3ECC}"/>
              </a:ext>
            </a:extLst>
          </p:cNvPr>
          <p:cNvGrpSpPr/>
          <p:nvPr/>
        </p:nvGrpSpPr>
        <p:grpSpPr>
          <a:xfrm>
            <a:off x="9613450" y="3255818"/>
            <a:ext cx="1727440" cy="1145217"/>
            <a:chOff x="3780905" y="991689"/>
            <a:chExt cx="1727440" cy="1145217"/>
          </a:xfrm>
        </p:grpSpPr>
        <p:sp>
          <p:nvSpPr>
            <p:cNvPr id="21" name="Rektangel: afrundede hjørner diagonalt 2">
              <a:extLst>
                <a:ext uri="{FF2B5EF4-FFF2-40B4-BE49-F238E27FC236}">
                  <a16:creationId xmlns:a16="http://schemas.microsoft.com/office/drawing/2014/main" id="{0C4D6A43-B592-DBE3-D3CA-08E17414B6A3}"/>
                </a:ext>
              </a:extLst>
            </p:cNvPr>
            <p:cNvSpPr/>
            <p:nvPr/>
          </p:nvSpPr>
          <p:spPr>
            <a:xfrm>
              <a:off x="3780905" y="991689"/>
              <a:ext cx="1727440" cy="1145217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da-DK" sz="2000" noProof="0" err="1"/>
            </a:p>
          </p:txBody>
        </p:sp>
        <p:sp>
          <p:nvSpPr>
            <p:cNvPr id="22" name="Tekstfelt 17">
              <a:extLst>
                <a:ext uri="{FF2B5EF4-FFF2-40B4-BE49-F238E27FC236}">
                  <a16:creationId xmlns:a16="http://schemas.microsoft.com/office/drawing/2014/main" id="{85265065-AB13-68B6-4DE1-7032EBF620D8}"/>
                </a:ext>
              </a:extLst>
            </p:cNvPr>
            <p:cNvSpPr txBox="1"/>
            <p:nvPr/>
          </p:nvSpPr>
          <p:spPr>
            <a:xfrm>
              <a:off x="3780905" y="1154000"/>
              <a:ext cx="1727440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DK" sz="1400" dirty="0"/>
                <a:t>Content</a:t>
              </a:r>
              <a:endParaRPr lang="da-DK" sz="1400" dirty="0"/>
            </a:p>
          </p:txBody>
        </p:sp>
      </p:grpSp>
      <p:sp>
        <p:nvSpPr>
          <p:cNvPr id="23" name="Tekstfelt 17">
            <a:extLst>
              <a:ext uri="{FF2B5EF4-FFF2-40B4-BE49-F238E27FC236}">
                <a16:creationId xmlns:a16="http://schemas.microsoft.com/office/drawing/2014/main" id="{6B5F6AAE-B529-7C72-9867-ABD354D825B2}"/>
              </a:ext>
            </a:extLst>
          </p:cNvPr>
          <p:cNvSpPr txBox="1"/>
          <p:nvPr/>
        </p:nvSpPr>
        <p:spPr>
          <a:xfrm>
            <a:off x="9787425" y="2954950"/>
            <a:ext cx="149926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DK" sz="1400" dirty="0"/>
              <a:t>Category 3 </a:t>
            </a:r>
            <a:r>
              <a:rPr lang="en-DK" sz="1400" dirty="0" err="1"/>
              <a:t>color</a:t>
            </a:r>
            <a:endParaRPr lang="da-DK" sz="1400" dirty="0"/>
          </a:p>
        </p:txBody>
      </p:sp>
      <p:pic>
        <p:nvPicPr>
          <p:cNvPr id="24" name="Grafik 94" descr="Netværksdiagram med massiv udfyldning">
            <a:extLst>
              <a:ext uri="{FF2B5EF4-FFF2-40B4-BE49-F238E27FC236}">
                <a16:creationId xmlns:a16="http://schemas.microsoft.com/office/drawing/2014/main" id="{9A5732AE-2093-302F-EDC4-E51B9ECB2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175146" y="3814856"/>
            <a:ext cx="299538" cy="404896"/>
          </a:xfrm>
          <a:prstGeom prst="rect">
            <a:avLst/>
          </a:prstGeom>
        </p:spPr>
      </p:pic>
      <p:sp>
        <p:nvSpPr>
          <p:cNvPr id="25" name="Pil: højre 87">
            <a:extLst>
              <a:ext uri="{FF2B5EF4-FFF2-40B4-BE49-F238E27FC236}">
                <a16:creationId xmlns:a16="http://schemas.microsoft.com/office/drawing/2014/main" id="{F792E2D9-E05E-2B7D-2B5D-38F048D69D94}"/>
              </a:ext>
            </a:extLst>
          </p:cNvPr>
          <p:cNvSpPr/>
          <p:nvPr/>
        </p:nvSpPr>
        <p:spPr>
          <a:xfrm>
            <a:off x="7702175" y="3920977"/>
            <a:ext cx="259955" cy="192654"/>
          </a:xfrm>
          <a:prstGeom prst="rightArrow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2000" noProof="0" err="1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A2829C7-568C-61FD-B5B5-96C688E6BB58}"/>
              </a:ext>
            </a:extLst>
          </p:cNvPr>
          <p:cNvGrpSpPr/>
          <p:nvPr/>
        </p:nvGrpSpPr>
        <p:grpSpPr>
          <a:xfrm>
            <a:off x="7231004" y="3871537"/>
            <a:ext cx="310833" cy="304613"/>
            <a:chOff x="4641587" y="2866328"/>
            <a:chExt cx="451108" cy="566655"/>
          </a:xfrm>
        </p:grpSpPr>
        <p:sp>
          <p:nvSpPr>
            <p:cNvPr id="27" name="Rectangle: Folded Corner 26">
              <a:extLst>
                <a:ext uri="{FF2B5EF4-FFF2-40B4-BE49-F238E27FC236}">
                  <a16:creationId xmlns:a16="http://schemas.microsoft.com/office/drawing/2014/main" id="{B0D206BC-C5D8-FE46-BEA5-5A84FC17F684}"/>
                </a:ext>
              </a:extLst>
            </p:cNvPr>
            <p:cNvSpPr/>
            <p:nvPr/>
          </p:nvSpPr>
          <p:spPr>
            <a:xfrm rot="10800000">
              <a:off x="4641587" y="2866328"/>
              <a:ext cx="451108" cy="566655"/>
            </a:xfrm>
            <a:prstGeom prst="foldedCorner">
              <a:avLst/>
            </a:prstGeom>
            <a:solidFill>
              <a:schemeClr val="bg1"/>
            </a:solidFill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err="1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77B3C7A-2B0F-3D81-B3E0-74B4434DEAF3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77" y="2999653"/>
              <a:ext cx="163291" cy="0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5354ED4-2704-2220-D947-207BA6205247}"/>
                </a:ext>
              </a:extLst>
            </p:cNvPr>
            <p:cNvCxnSpPr>
              <a:cxnSpLocks/>
            </p:cNvCxnSpPr>
            <p:nvPr/>
          </p:nvCxnSpPr>
          <p:spPr>
            <a:xfrm>
              <a:off x="4831809" y="2953738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0B092DE-DA08-A8B3-CC15-A184E5DBB43C}"/>
                </a:ext>
              </a:extLst>
            </p:cNvPr>
            <p:cNvCxnSpPr>
              <a:cxnSpLocks/>
            </p:cNvCxnSpPr>
            <p:nvPr/>
          </p:nvCxnSpPr>
          <p:spPr>
            <a:xfrm>
              <a:off x="4713386" y="3054317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9D89CF-92C2-79E3-73C0-9F77BAB12795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77" y="3113169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C319971-5A60-3440-28E3-6210D699A3DF}"/>
                </a:ext>
              </a:extLst>
            </p:cNvPr>
            <p:cNvCxnSpPr>
              <a:cxnSpLocks/>
            </p:cNvCxnSpPr>
            <p:nvPr/>
          </p:nvCxnSpPr>
          <p:spPr>
            <a:xfrm>
              <a:off x="4831809" y="3146139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39AD11A-E002-AB40-0108-DC38AC3886F8}"/>
                </a:ext>
              </a:extLst>
            </p:cNvPr>
            <p:cNvCxnSpPr>
              <a:cxnSpLocks/>
            </p:cNvCxnSpPr>
            <p:nvPr/>
          </p:nvCxnSpPr>
          <p:spPr>
            <a:xfrm>
              <a:off x="4831809" y="3188185"/>
              <a:ext cx="163291" cy="0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7EC0D7C-DCE8-A4AB-737E-1C3A2621BB47}"/>
                </a:ext>
              </a:extLst>
            </p:cNvPr>
            <p:cNvCxnSpPr>
              <a:cxnSpLocks/>
            </p:cNvCxnSpPr>
            <p:nvPr/>
          </p:nvCxnSpPr>
          <p:spPr>
            <a:xfrm>
              <a:off x="4713386" y="3268640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D500112-D2C1-2FB1-A5C6-05B8DBEF08C2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77" y="3327970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4CDC53D-0850-D0A2-F18D-8222730A9672}"/>
                </a:ext>
              </a:extLst>
            </p:cNvPr>
            <p:cNvCxnSpPr>
              <a:cxnSpLocks/>
            </p:cNvCxnSpPr>
            <p:nvPr/>
          </p:nvCxnSpPr>
          <p:spPr>
            <a:xfrm>
              <a:off x="4831809" y="3366764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161BD7B-BEB1-9BD5-A11F-67AB1DBA6AE6}"/>
              </a:ext>
            </a:extLst>
          </p:cNvPr>
          <p:cNvGrpSpPr/>
          <p:nvPr/>
        </p:nvGrpSpPr>
        <p:grpSpPr>
          <a:xfrm>
            <a:off x="10834726" y="3798530"/>
            <a:ext cx="278194" cy="349451"/>
            <a:chOff x="10552999" y="2559155"/>
            <a:chExt cx="970965" cy="1325449"/>
          </a:xfrm>
        </p:grpSpPr>
        <p:sp>
          <p:nvSpPr>
            <p:cNvPr id="38" name="Rectangle: Folded Corner 37">
              <a:extLst>
                <a:ext uri="{FF2B5EF4-FFF2-40B4-BE49-F238E27FC236}">
                  <a16:creationId xmlns:a16="http://schemas.microsoft.com/office/drawing/2014/main" id="{262AF2C6-D644-E274-D6B9-07B58BCFFF79}"/>
                </a:ext>
              </a:extLst>
            </p:cNvPr>
            <p:cNvSpPr/>
            <p:nvPr/>
          </p:nvSpPr>
          <p:spPr>
            <a:xfrm rot="10800000">
              <a:off x="10552999" y="2559155"/>
              <a:ext cx="970965" cy="1325449"/>
            </a:xfrm>
            <a:prstGeom prst="foldedCorner">
              <a:avLst/>
            </a:prstGeom>
            <a:solidFill>
              <a:schemeClr val="bg1"/>
            </a:solidFill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err="1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F441756-C730-E822-8E6D-949909E4D73E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374" y="2721889"/>
              <a:ext cx="351468" cy="0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8CF31C8-C9D4-2B13-1EF9-E218D7F55656}"/>
                </a:ext>
              </a:extLst>
            </p:cNvPr>
            <p:cNvCxnSpPr>
              <a:cxnSpLocks/>
            </p:cNvCxnSpPr>
            <p:nvPr/>
          </p:nvCxnSpPr>
          <p:spPr>
            <a:xfrm>
              <a:off x="10962432" y="2874289"/>
              <a:ext cx="351468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EEEC269-0755-8D34-8614-04C0D26EF4E8}"/>
                </a:ext>
              </a:extLst>
            </p:cNvPr>
            <p:cNvCxnSpPr>
              <a:cxnSpLocks/>
            </p:cNvCxnSpPr>
            <p:nvPr/>
          </p:nvCxnSpPr>
          <p:spPr>
            <a:xfrm>
              <a:off x="10962432" y="2987411"/>
              <a:ext cx="351468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67B4381-995E-75D9-EAB9-4EB2F6FBB4D2}"/>
                </a:ext>
              </a:extLst>
            </p:cNvPr>
            <p:cNvCxnSpPr>
              <a:cxnSpLocks/>
            </p:cNvCxnSpPr>
            <p:nvPr/>
          </p:nvCxnSpPr>
          <p:spPr>
            <a:xfrm>
              <a:off x="10962432" y="3100533"/>
              <a:ext cx="351468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E956526-258B-CC5A-2B7B-A0F0960EF6BE}"/>
                </a:ext>
              </a:extLst>
            </p:cNvPr>
            <p:cNvCxnSpPr>
              <a:cxnSpLocks/>
            </p:cNvCxnSpPr>
            <p:nvPr/>
          </p:nvCxnSpPr>
          <p:spPr>
            <a:xfrm>
              <a:off x="10962432" y="3213655"/>
              <a:ext cx="351468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28C62BF-717C-1AA3-5F32-DA396E245F14}"/>
                </a:ext>
              </a:extLst>
            </p:cNvPr>
            <p:cNvCxnSpPr>
              <a:cxnSpLocks/>
            </p:cNvCxnSpPr>
            <p:nvPr/>
          </p:nvCxnSpPr>
          <p:spPr>
            <a:xfrm>
              <a:off x="10817374" y="3351069"/>
              <a:ext cx="351468" cy="0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F166E04-FFAF-4200-689A-F1DD5675FA3F}"/>
                </a:ext>
              </a:extLst>
            </p:cNvPr>
            <p:cNvCxnSpPr>
              <a:cxnSpLocks/>
            </p:cNvCxnSpPr>
            <p:nvPr/>
          </p:nvCxnSpPr>
          <p:spPr>
            <a:xfrm>
              <a:off x="10962432" y="3503469"/>
              <a:ext cx="351468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BF605EF-F08E-E93C-CCD1-33EC696CA639}"/>
                </a:ext>
              </a:extLst>
            </p:cNvPr>
            <p:cNvCxnSpPr>
              <a:cxnSpLocks/>
            </p:cNvCxnSpPr>
            <p:nvPr/>
          </p:nvCxnSpPr>
          <p:spPr>
            <a:xfrm>
              <a:off x="10962432" y="3616591"/>
              <a:ext cx="351468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43B699A-BA22-C1FD-D8DC-4F256EF5F89D}"/>
                </a:ext>
              </a:extLst>
            </p:cNvPr>
            <p:cNvCxnSpPr>
              <a:cxnSpLocks/>
            </p:cNvCxnSpPr>
            <p:nvPr/>
          </p:nvCxnSpPr>
          <p:spPr>
            <a:xfrm>
              <a:off x="10962432" y="3729713"/>
              <a:ext cx="351468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F876C5E-CA53-ED3D-440A-3E060D630F07}"/>
              </a:ext>
            </a:extLst>
          </p:cNvPr>
          <p:cNvGrpSpPr/>
          <p:nvPr/>
        </p:nvGrpSpPr>
        <p:grpSpPr>
          <a:xfrm>
            <a:off x="9916623" y="3796040"/>
            <a:ext cx="278745" cy="380110"/>
            <a:chOff x="4641587" y="2866328"/>
            <a:chExt cx="451108" cy="566655"/>
          </a:xfrm>
        </p:grpSpPr>
        <p:sp>
          <p:nvSpPr>
            <p:cNvPr id="49" name="Rectangle: Folded Corner 48">
              <a:extLst>
                <a:ext uri="{FF2B5EF4-FFF2-40B4-BE49-F238E27FC236}">
                  <a16:creationId xmlns:a16="http://schemas.microsoft.com/office/drawing/2014/main" id="{E8DBCDB3-84DF-CA39-D77B-754A5BA2F764}"/>
                </a:ext>
              </a:extLst>
            </p:cNvPr>
            <p:cNvSpPr/>
            <p:nvPr/>
          </p:nvSpPr>
          <p:spPr>
            <a:xfrm rot="10800000">
              <a:off x="4641587" y="2866328"/>
              <a:ext cx="451108" cy="566655"/>
            </a:xfrm>
            <a:prstGeom prst="foldedCorner">
              <a:avLst/>
            </a:prstGeom>
            <a:solidFill>
              <a:schemeClr val="bg1"/>
            </a:solidFill>
            <a:ln w="1905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err="1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2641B47-8406-12C0-9553-BF63CB3DE8FA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77" y="2999653"/>
              <a:ext cx="163291" cy="0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272472C-B718-D976-C070-3706B4503584}"/>
                </a:ext>
              </a:extLst>
            </p:cNvPr>
            <p:cNvCxnSpPr>
              <a:cxnSpLocks/>
            </p:cNvCxnSpPr>
            <p:nvPr/>
          </p:nvCxnSpPr>
          <p:spPr>
            <a:xfrm>
              <a:off x="4831809" y="2953738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A125AA5-1F14-4032-7BBA-34E61B1D67A3}"/>
                </a:ext>
              </a:extLst>
            </p:cNvPr>
            <p:cNvCxnSpPr>
              <a:cxnSpLocks/>
            </p:cNvCxnSpPr>
            <p:nvPr/>
          </p:nvCxnSpPr>
          <p:spPr>
            <a:xfrm>
              <a:off x="4713386" y="3054317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74CAA38-AC9A-1C99-6E2C-056D5735B933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77" y="3113169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9E2DC4A-6EF9-BFEF-9654-3E1514D7FF0D}"/>
                </a:ext>
              </a:extLst>
            </p:cNvPr>
            <p:cNvCxnSpPr>
              <a:cxnSpLocks/>
            </p:cNvCxnSpPr>
            <p:nvPr/>
          </p:nvCxnSpPr>
          <p:spPr>
            <a:xfrm>
              <a:off x="4831809" y="3146139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B9592D2-61F4-8C78-796E-99FAF17CD30F}"/>
                </a:ext>
              </a:extLst>
            </p:cNvPr>
            <p:cNvCxnSpPr>
              <a:cxnSpLocks/>
            </p:cNvCxnSpPr>
            <p:nvPr/>
          </p:nvCxnSpPr>
          <p:spPr>
            <a:xfrm>
              <a:off x="4831809" y="3188185"/>
              <a:ext cx="163291" cy="0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B4E0B6-F87C-6312-8A41-CF67417035BC}"/>
                </a:ext>
              </a:extLst>
            </p:cNvPr>
            <p:cNvCxnSpPr>
              <a:cxnSpLocks/>
            </p:cNvCxnSpPr>
            <p:nvPr/>
          </p:nvCxnSpPr>
          <p:spPr>
            <a:xfrm>
              <a:off x="4713386" y="3268640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808885A-A06C-B3C3-FE17-FFF31AAA977F}"/>
                </a:ext>
              </a:extLst>
            </p:cNvPr>
            <p:cNvCxnSpPr>
              <a:cxnSpLocks/>
            </p:cNvCxnSpPr>
            <p:nvPr/>
          </p:nvCxnSpPr>
          <p:spPr>
            <a:xfrm>
              <a:off x="4876677" y="3327970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9DD9906-77C7-9F73-6F16-A3321252191E}"/>
                </a:ext>
              </a:extLst>
            </p:cNvPr>
            <p:cNvCxnSpPr>
              <a:cxnSpLocks/>
            </p:cNvCxnSpPr>
            <p:nvPr/>
          </p:nvCxnSpPr>
          <p:spPr>
            <a:xfrm>
              <a:off x="4831809" y="3366764"/>
              <a:ext cx="163291" cy="0"/>
            </a:xfrm>
            <a:prstGeom prst="line">
              <a:avLst/>
            </a:prstGeom>
            <a:ln w="12700"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9" name="Pil: højre 87">
            <a:extLst>
              <a:ext uri="{FF2B5EF4-FFF2-40B4-BE49-F238E27FC236}">
                <a16:creationId xmlns:a16="http://schemas.microsoft.com/office/drawing/2014/main" id="{2AEA71DB-59B7-6679-52AB-A82BDF9A9E98}"/>
              </a:ext>
            </a:extLst>
          </p:cNvPr>
          <p:cNvSpPr/>
          <p:nvPr/>
        </p:nvSpPr>
        <p:spPr>
          <a:xfrm>
            <a:off x="10389990" y="3887409"/>
            <a:ext cx="259955" cy="192654"/>
          </a:xfrm>
          <a:prstGeom prst="rightArrow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a-DK" sz="2000" noProof="0" err="1"/>
          </a:p>
        </p:txBody>
      </p:sp>
    </p:spTree>
    <p:extLst>
      <p:ext uri="{BB962C8B-B14F-4D97-AF65-F5344CB8AC3E}">
        <p14:creationId xmlns:p14="http://schemas.microsoft.com/office/powerpoint/2010/main" val="211563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 animBg="1"/>
      <p:bldP spid="18" grpId="0"/>
      <p:bldP spid="19" grpId="0" animBg="1"/>
      <p:bldP spid="23" grpId="0"/>
      <p:bldP spid="25" grpId="0" animBg="1"/>
      <p:bldP spid="5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ystematic">
  <a:themeElements>
    <a:clrScheme name="Healthcare">
      <a:dk1>
        <a:srgbClr val="000000"/>
      </a:dk1>
      <a:lt1>
        <a:srgbClr val="FFFFFF"/>
      </a:lt1>
      <a:dk2>
        <a:srgbClr val="A0AAB0"/>
      </a:dk2>
      <a:lt2>
        <a:srgbClr val="F0F3F6"/>
      </a:lt2>
      <a:accent1>
        <a:srgbClr val="FF7837"/>
      </a:accent1>
      <a:accent2>
        <a:srgbClr val="B42419"/>
      </a:accent2>
      <a:accent3>
        <a:srgbClr val="E1461E"/>
      </a:accent3>
      <a:accent4>
        <a:srgbClr val="FFA532"/>
      </a:accent4>
      <a:accent5>
        <a:srgbClr val="009BE6"/>
      </a:accent5>
      <a:accent6>
        <a:srgbClr val="DCE2E6"/>
      </a:accent6>
      <a:hlink>
        <a:srgbClr val="009BE6"/>
      </a:hlink>
      <a:folHlink>
        <a:srgbClr val="141446"/>
      </a:folHlink>
    </a:clrScheme>
    <a:fontScheme name="This presentation">
      <a:majorFont>
        <a:latin typeface="Roboto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36000" rIns="72000" bIns="360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231AD3DF-61A0-48DA-9948-23369F7C0478}" vid="{B3F641C2-D7D1-43D5-9188-8F6599BDBE51}"/>
    </a:ext>
  </a:extLst>
</a:theme>
</file>

<file path=ppt/theme/theme2.xml><?xml version="1.0" encoding="utf-8"?>
<a:theme xmlns:a="http://schemas.openxmlformats.org/drawingml/2006/main" name="Office-tema">
  <a:themeElements>
    <a:clrScheme name="Systematic">
      <a:dk1>
        <a:srgbClr val="000000"/>
      </a:dk1>
      <a:lt1>
        <a:srgbClr val="FFFFFF"/>
      </a:lt1>
      <a:dk2>
        <a:srgbClr val="A0AAB0"/>
      </a:dk2>
      <a:lt2>
        <a:srgbClr val="F0F3F6"/>
      </a:lt2>
      <a:accent1>
        <a:srgbClr val="009BE6"/>
      </a:accent1>
      <a:accent2>
        <a:srgbClr val="141446"/>
      </a:accent2>
      <a:accent3>
        <a:srgbClr val="193CBE"/>
      </a:accent3>
      <a:accent4>
        <a:srgbClr val="0AD2EB"/>
      </a:accent4>
      <a:accent5>
        <a:srgbClr val="FF7837"/>
      </a:accent5>
      <a:accent6>
        <a:srgbClr val="DCE2E6"/>
      </a:accent6>
      <a:hlink>
        <a:srgbClr val="009BE6"/>
      </a:hlink>
      <a:folHlink>
        <a:srgbClr val="141446"/>
      </a:folHlink>
    </a:clrScheme>
    <a:fontScheme name="Systematic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ystematic">
      <a:dk1>
        <a:srgbClr val="000000"/>
      </a:dk1>
      <a:lt1>
        <a:srgbClr val="FFFFFF"/>
      </a:lt1>
      <a:dk2>
        <a:srgbClr val="A0AAB0"/>
      </a:dk2>
      <a:lt2>
        <a:srgbClr val="F0F3F6"/>
      </a:lt2>
      <a:accent1>
        <a:srgbClr val="009BE6"/>
      </a:accent1>
      <a:accent2>
        <a:srgbClr val="141446"/>
      </a:accent2>
      <a:accent3>
        <a:srgbClr val="193CBE"/>
      </a:accent3>
      <a:accent4>
        <a:srgbClr val="0AD2EB"/>
      </a:accent4>
      <a:accent5>
        <a:srgbClr val="FF7837"/>
      </a:accent5>
      <a:accent6>
        <a:srgbClr val="DCE2E6"/>
      </a:accent6>
      <a:hlink>
        <a:srgbClr val="009BE6"/>
      </a:hlink>
      <a:folHlink>
        <a:srgbClr val="141446"/>
      </a:folHlink>
    </a:clrScheme>
    <a:fontScheme name="Systematic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703ca5-4e04-48f5-852e-25efe8327f0c">
      <Terms xmlns="http://schemas.microsoft.com/office/infopath/2007/PartnerControls"/>
    </lcf76f155ced4ddcb4097134ff3c332f>
    <TaxCatchAll xmlns="c09c8ded-55c8-4ead-8df6-1e6ffacdef4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64E666DA3AC3B44A6E22A41C3C36C6B" ma:contentTypeVersion="13" ma:contentTypeDescription="Opret et nyt dokument." ma:contentTypeScope="" ma:versionID="d68811c5cf04f26fc18692fabd60a0b7">
  <xsd:schema xmlns:xsd="http://www.w3.org/2001/XMLSchema" xmlns:xs="http://www.w3.org/2001/XMLSchema" xmlns:p="http://schemas.microsoft.com/office/2006/metadata/properties" xmlns:ns2="b4703ca5-4e04-48f5-852e-25efe8327f0c" xmlns:ns3="c09c8ded-55c8-4ead-8df6-1e6ffacdef44" targetNamespace="http://schemas.microsoft.com/office/2006/metadata/properties" ma:root="true" ma:fieldsID="3ba81a05d38262c58f2f41fd68bd408a" ns2:_="" ns3:_="">
    <xsd:import namespace="b4703ca5-4e04-48f5-852e-25efe8327f0c"/>
    <xsd:import namespace="c09c8ded-55c8-4ead-8df6-1e6ffacdef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703ca5-4e04-48f5-852e-25efe8327f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illedmærker" ma:readOnly="false" ma:fieldId="{5cf76f15-5ced-4ddc-b409-7134ff3c332f}" ma:taxonomyMulti="true" ma:sspId="482649bf-6f23-4b17-a43c-507f27331a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c8ded-55c8-4ead-8df6-1e6ffacdef4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98a9683f-522b-455d-b264-77870f20850f}" ma:internalName="TaxCatchAll" ma:showField="CatchAllData" ma:web="c09c8ded-55c8-4ead-8df6-1e6ffacdef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371EDDD-1684-40D3-B77F-80044B1C347B}">
  <ds:schemaRefs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c09c8ded-55c8-4ead-8df6-1e6ffacdef44"/>
    <ds:schemaRef ds:uri="b4703ca5-4e04-48f5-852e-25efe8327f0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7058C8-2FC5-41DC-9811-116B4CFB2F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99A6F5-A489-4F2B-B111-C4B132099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703ca5-4e04-48f5-852e-25efe8327f0c"/>
    <ds:schemaRef ds:uri="c09c8ded-55c8-4ead-8df6-1e6ffacdef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Healthcare</Template>
  <TotalTime>0</TotalTime>
  <Words>50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Roboto</vt:lpstr>
      <vt:lpstr>Roboto Light</vt:lpstr>
      <vt:lpstr>Systematic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Hylleberg</dc:creator>
  <cp:lastModifiedBy>Martin Hylleberg</cp:lastModifiedBy>
  <cp:revision>2</cp:revision>
  <dcterms:created xsi:type="dcterms:W3CDTF">2025-10-20T07:21:01Z</dcterms:created>
  <dcterms:modified xsi:type="dcterms:W3CDTF">2025-10-20T07:22:54Z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0x010100764E666DA3AC3B44A6E22A41C3C36C6B</vt:lpwstr>
  </property>
  <property fmtid="{D5CDD505-2E9C-101B-9397-08002B2CF9AE}" pid="3" name="MediaServiceImageTags">
    <vt:lpwstr/>
  </property>
</Properties>
</file>